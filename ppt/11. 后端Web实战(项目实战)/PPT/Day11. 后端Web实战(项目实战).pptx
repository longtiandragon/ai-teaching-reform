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13"/>
  </p:notesMasterIdLst>
  <p:handoutMasterIdLst>
    <p:handoutMasterId r:id="rId14"/>
  </p:handoutMasterIdLst>
  <p:sldIdLst>
    <p:sldId id="280" r:id="rId6"/>
    <p:sldId id="609" r:id="rId7"/>
    <p:sldId id="611" r:id="rId8"/>
    <p:sldId id="610" r:id="rId9"/>
    <p:sldId id="613" r:id="rId10"/>
    <p:sldId id="612" r:id="rId11"/>
    <p:sldId id="288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2DC388"/>
    <a:srgbClr val="9933FF"/>
    <a:srgbClr val="871094"/>
    <a:srgbClr val="683781"/>
    <a:srgbClr val="1B1E1D"/>
    <a:srgbClr val="3561FF"/>
    <a:srgbClr val="8037B7"/>
    <a:srgbClr val="FF0000"/>
    <a:srgbClr val="067D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3766" autoAdjust="0"/>
  </p:normalViewPr>
  <p:slideViewPr>
    <p:cSldViewPr snapToGrid="0" showGuides="1">
      <p:cViewPr>
        <p:scale>
          <a:sx n="66" d="100"/>
          <a:sy n="66" d="100"/>
        </p:scale>
        <p:origin x="1445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zh-CN" altLang="en-US"/>
              <a:t>项目实战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30FDC29-DD0C-38B8-002D-CFA75F10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C7E27E-A76B-AE63-E7B4-1ED4574B5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16" y="1044398"/>
            <a:ext cx="9842020" cy="49625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896FBA-7750-EFCC-46F0-53C434AA0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152" y="1422946"/>
            <a:ext cx="9672918" cy="52402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24246C7-ABE7-AF82-284F-105C955C4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948" y="1800110"/>
            <a:ext cx="9538544" cy="50309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853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C4581B-71E4-39AF-AB9B-C4FD0C27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07383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班级管理：班级列表查询、删除班级、添加班级、修改班级。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学员管理：学员列表查询、删除学员、添加学员、修改学员、违纪处理。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数据统计：班级人数统计、学员学历统计。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注意：所有的功能全部严格，根据接口文档进行开发，并进行前后端联调。</a:t>
            </a:r>
            <a:endParaRPr lang="en-US" altLang="zh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F78E53-79EB-95DD-E60F-A6E0660C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</p:spTree>
    <p:extLst>
      <p:ext uri="{BB962C8B-B14F-4D97-AF65-F5344CB8AC3E}">
        <p14:creationId xmlns:p14="http://schemas.microsoft.com/office/powerpoint/2010/main" val="182504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077F5-E286-48D9-8DC3-59889D01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最终效果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71C49EC-147B-64CF-9E16-A8ABB9667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8" y="955668"/>
            <a:ext cx="10122784" cy="4946663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A80F53A-7310-E40E-239E-CF11FFEB4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862" y="1391868"/>
            <a:ext cx="10122784" cy="4859997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22C522A-31EA-48A6-06D8-9FC453C0B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406" y="1808354"/>
            <a:ext cx="10122784" cy="4793045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8148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042FE62-4A70-EF3D-8603-D32A8F145E07}"/>
              </a:ext>
            </a:extLst>
          </p:cNvPr>
          <p:cNvSpPr txBox="1"/>
          <p:nvPr/>
        </p:nvSpPr>
        <p:spPr>
          <a:xfrm>
            <a:off x="1924456" y="1756601"/>
            <a:ext cx="9013620" cy="2618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400" b="1">
                <a:solidFill>
                  <a:srgbClr val="C00000"/>
                </a:solidFill>
              </a:rPr>
              <a:t>暂停视频，完成所有实战需求</a:t>
            </a:r>
            <a:endParaRPr lang="en-US" altLang="zh-CN" sz="4400" b="1">
              <a:solidFill>
                <a:srgbClr val="C00000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zh-CN" altLang="en-US" sz="4400" b="1">
                <a:solidFill>
                  <a:srgbClr val="C00000"/>
                </a:solidFill>
              </a:rPr>
              <a:t>全部完成后，再继续往下学习</a:t>
            </a:r>
            <a:r>
              <a:rPr lang="en-US" altLang="zh-CN" sz="4400" b="1">
                <a:solidFill>
                  <a:srgbClr val="C00000"/>
                </a:solidFill>
              </a:rPr>
              <a:t>~</a:t>
            </a:r>
            <a:endParaRPr lang="zh-CN" altLang="en-US" sz="44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68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E2055F-9B5A-E756-D0E4-4B4AF988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02900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以小组为单位，进行实战，每一个都需要完成实战需求。出现问题，务必自己先思考，然后组内讨论交流解决。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每一个组，需要选一名组员上来演示所完成的系统功能。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演示的时候，可以介绍一下，自己在实现这个功能的过程中，你自己的实现思路和方案。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自己实现这一块功能过程中遇到的典型的</a:t>
            </a:r>
            <a:r>
              <a:rPr lang="en-US" altLang="zh-CN"/>
              <a:t>Bug</a:t>
            </a:r>
            <a:r>
              <a:rPr lang="zh-CN" altLang="en-US"/>
              <a:t>，产生</a:t>
            </a:r>
            <a:r>
              <a:rPr lang="en-US" altLang="zh-CN"/>
              <a:t>Bug</a:t>
            </a:r>
            <a:r>
              <a:rPr lang="zh-CN" altLang="en-US"/>
              <a:t>的原因，以及解决方案。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91D3FD3-EDEF-BA8E-E308-E2DDC145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实战说明</a:t>
            </a:r>
          </a:p>
        </p:txBody>
      </p:sp>
    </p:spTree>
    <p:extLst>
      <p:ext uri="{BB962C8B-B14F-4D97-AF65-F5344CB8AC3E}">
        <p14:creationId xmlns:p14="http://schemas.microsoft.com/office/powerpoint/2010/main" val="2288894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17414</TotalTime>
  <Words>190</Words>
  <Application>Microsoft Office PowerPoint</Application>
  <PresentationFormat>宽屏</PresentationFormat>
  <Paragraphs>16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Alibaba PuHuiTi B</vt:lpstr>
      <vt:lpstr>阿里巴巴普惠体 Heavy</vt:lpstr>
      <vt:lpstr>阿里巴巴普惠体 Medium</vt:lpstr>
      <vt:lpstr>等线</vt:lpstr>
      <vt:lpstr>楷体</vt:lpstr>
      <vt:lpstr>Arial</vt:lpstr>
      <vt:lpstr>Calisto MT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需求</vt:lpstr>
      <vt:lpstr>需求</vt:lpstr>
      <vt:lpstr>最终效果</vt:lpstr>
      <vt:lpstr>PowerPoint 演示文稿</vt:lpstr>
      <vt:lpstr>实战说明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1406</cp:revision>
  <cp:lastPrinted>2022-05-29T16:00:00Z</cp:lastPrinted>
  <dcterms:created xsi:type="dcterms:W3CDTF">2022-05-29T16:00:00Z</dcterms:created>
  <dcterms:modified xsi:type="dcterms:W3CDTF">2024-11-20T11:42:43Z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